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cept" id="{1c8d3af5-64a9-0404-389e-9315e7f8ec92}">
          <p14:sldIdLst>
            <p14:sldId id="256"/>
          </p14:sldIdLst>
        </p14:section>
        <p14:section name="Building the plan" id="{6cef9b5e-5585-db68-ed3c-3519a1398c3c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Branding is identity; the marketing plan is the roadmap that puts that identity in front of the right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Each part answers one question; a plan is incomplete without all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idea for later: match each marketing-plan part to an airport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Branding &amp; Marketing Plans for Airports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An airport is more than a runway. It competes for airlines, passengers and business, and a clear plan is how it wins them.</a:t>
            </a:r>
            <a:endParaRPr lang="en-US" sz="1600" dirty="0"/>
          </a:p>
        </p:txBody>
      </p:sp>
      <p:sp>
        <p:nvSpPr>
          <p:cNvPr id="4" name="Card Branding"/>
          <p:cNvSpPr/>
          <p:nvPr/>
        </p:nvSpPr>
        <p:spPr>
          <a:xfrm>
            <a:off x="548640" y="2606040"/>
            <a:ext cx="384048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</p:sp>
      <p:sp>
        <p:nvSpPr>
          <p:cNvPr id="5" name="Marker Branding"/>
          <p:cNvSpPr/>
          <p:nvPr/>
        </p:nvSpPr>
        <p:spPr>
          <a:xfrm>
            <a:off x="777240" y="27889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Branding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Who we are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The identity and promise of the airport: its name, look, personality and the feeling travellers get, such as “fast, friendly, local”.</a:t>
            </a:r>
            <a:endParaRPr lang="en-US" sz="1400" dirty="0"/>
          </a:p>
        </p:txBody>
      </p:sp>
      <p:sp>
        <p:nvSpPr>
          <p:cNvPr id="9" name="Card Marketing plan"/>
          <p:cNvSpPr/>
          <p:nvPr/>
        </p:nvSpPr>
        <p:spPr>
          <a:xfrm>
            <a:off x="4663440" y="2606040"/>
            <a:ext cx="3840480" cy="2011680"/>
          </a:xfrm>
          <a:prstGeom prst="roundRect">
            <a:avLst>
              <a:gd name="adj" fmla="val 5455"/>
            </a:avLst>
          </a:prstGeom>
          <a:solidFill>
            <a:schemeClr val="accent3"/>
          </a:solidFill>
          <a:ln/>
        </p:spPr>
      </p:sp>
      <p:sp>
        <p:nvSpPr>
          <p:cNvPr id="10" name="Marker Marketing plan"/>
          <p:cNvSpPr/>
          <p:nvPr/>
        </p:nvSpPr>
        <p:spPr>
          <a:xfrm>
            <a:off x="4892040" y="2788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9204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0" y="2743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Marketing plan</a:t>
            </a:r>
            <a:endParaRPr lang="en-US" sz="20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accent2"/>
                </a:solidFill>
              </a:rPr>
              <a:t>How we reach people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4290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written roadmap: goals, target audiences, messages, channels, budget and results measures for a set period.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Five parts of an airport marketing plan</a:t>
            </a:r>
            <a:endParaRPr lang="en-US" sz="3400" dirty="0"/>
          </a:p>
        </p:txBody>
      </p:sp>
      <p:sp>
        <p:nvSpPr>
          <p:cNvPr id="3" name="Card Goals"/>
          <p:cNvSpPr/>
          <p:nvPr/>
        </p:nvSpPr>
        <p:spPr>
          <a:xfrm>
            <a:off x="548640" y="1463040"/>
            <a:ext cx="1481328" cy="292608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Goals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83464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What do we want? e.g. +10% passengers or a new route</a:t>
            </a:r>
            <a:endParaRPr lang="en-US" sz="1400" dirty="0"/>
          </a:p>
        </p:txBody>
      </p:sp>
      <p:sp>
        <p:nvSpPr>
          <p:cNvPr id="8" name="Card Audiences"/>
          <p:cNvSpPr/>
          <p:nvPr/>
        </p:nvSpPr>
        <p:spPr>
          <a:xfrm>
            <a:off x="2189988" y="1463040"/>
            <a:ext cx="1481328" cy="292608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2327148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2714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327148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Audiences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327148" y="283464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Airlines, leisure and business travellers, local community</a:t>
            </a:r>
            <a:endParaRPr lang="en-US" sz="1400" dirty="0"/>
          </a:p>
        </p:txBody>
      </p:sp>
      <p:sp>
        <p:nvSpPr>
          <p:cNvPr id="13" name="Card Message"/>
          <p:cNvSpPr/>
          <p:nvPr/>
        </p:nvSpPr>
        <p:spPr>
          <a:xfrm>
            <a:off x="3831336" y="1463040"/>
            <a:ext cx="1481328" cy="292608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3968496" y="16459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968496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3968496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Message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968496" y="283464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brand promise: why choose this airport</a:t>
            </a:r>
            <a:endParaRPr lang="en-US" sz="1400" dirty="0"/>
          </a:p>
        </p:txBody>
      </p:sp>
      <p:sp>
        <p:nvSpPr>
          <p:cNvPr id="18" name="Card Channels"/>
          <p:cNvSpPr/>
          <p:nvPr/>
        </p:nvSpPr>
        <p:spPr>
          <a:xfrm>
            <a:off x="5472684" y="1463040"/>
            <a:ext cx="1481328" cy="292608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5609844" y="164592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609844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609844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Channels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609844" y="283464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Website, social media, airline pitches, events, signage</a:t>
            </a:r>
            <a:endParaRPr lang="en-US" sz="1400" dirty="0"/>
          </a:p>
        </p:txBody>
      </p:sp>
      <p:sp>
        <p:nvSpPr>
          <p:cNvPr id="23" name="Card Measure"/>
          <p:cNvSpPr/>
          <p:nvPr/>
        </p:nvSpPr>
        <p:spPr>
          <a:xfrm>
            <a:off x="7114032" y="1463040"/>
            <a:ext cx="1481328" cy="2926080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7251192" y="164592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51192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7251192" y="2377440"/>
            <a:ext cx="1207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Measure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251192" y="2834640"/>
            <a:ext cx="12070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Track passengers, bookings, satisfaction; adjust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 practice: a regional airport</a:t>
            </a:r>
            <a:endParaRPr lang="en-US" sz="3400" dirty="0"/>
          </a:p>
        </p:txBody>
      </p:sp>
      <p:sp>
        <p:nvSpPr>
          <p:cNvPr id="3" name="Label Goal"/>
          <p:cNvSpPr/>
          <p:nvPr/>
        </p:nvSpPr>
        <p:spPr>
          <a:xfrm>
            <a:off x="548640" y="1371600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Goal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Attract a new low-cost airline route</a:t>
            </a:r>
            <a:endParaRPr lang="en-US" sz="1400" dirty="0"/>
          </a:p>
        </p:txBody>
      </p:sp>
      <p:sp>
        <p:nvSpPr>
          <p:cNvPr id="6" name="Label Audience"/>
          <p:cNvSpPr/>
          <p:nvPr/>
        </p:nvSpPr>
        <p:spPr>
          <a:xfrm>
            <a:off x="548640" y="1938528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9385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Audience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938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Airline route planners and nearby holidaymakers</a:t>
            </a:r>
            <a:endParaRPr lang="en-US" sz="1400" dirty="0"/>
          </a:p>
        </p:txBody>
      </p:sp>
      <p:sp>
        <p:nvSpPr>
          <p:cNvPr id="9" name="Label Message"/>
          <p:cNvSpPr/>
          <p:nvPr/>
        </p:nvSpPr>
        <p:spPr>
          <a:xfrm>
            <a:off x="548640" y="2505456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5054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Message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5054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“Fast, friendly and 20 minutes from the coast”</a:t>
            </a:r>
            <a:endParaRPr lang="en-US" sz="1400" dirty="0"/>
          </a:p>
        </p:txBody>
      </p:sp>
      <p:sp>
        <p:nvSpPr>
          <p:cNvPr id="12" name="Label Channels"/>
          <p:cNvSpPr/>
          <p:nvPr/>
        </p:nvSpPr>
        <p:spPr>
          <a:xfrm>
            <a:off x="548640" y="3072384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0723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Channels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7238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Airline pitch deck, social media, local partnerships</a:t>
            </a:r>
            <a:endParaRPr lang="en-US" sz="1400" dirty="0"/>
          </a:p>
        </p:txBody>
      </p:sp>
      <p:sp>
        <p:nvSpPr>
          <p:cNvPr id="15" name="Label Result"/>
          <p:cNvSpPr/>
          <p:nvPr/>
        </p:nvSpPr>
        <p:spPr>
          <a:xfrm>
            <a:off x="548640" y="3639312"/>
            <a:ext cx="146304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63931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Result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6393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Route launched; passenger numbers and reviews tracked</a:t>
            </a:r>
            <a:endParaRPr lang="en-US" sz="1400" dirty="0"/>
          </a:p>
        </p:txBody>
      </p:sp>
      <p:sp>
        <p:nvSpPr>
          <p:cNvPr id="18" name="Takeaway card"/>
          <p:cNvSpPr/>
          <p:nvPr/>
        </p:nvSpPr>
        <p:spPr>
          <a:xfrm>
            <a:off x="5669280" y="1371600"/>
            <a:ext cx="2926080" cy="2743200"/>
          </a:xfrm>
          <a:prstGeom prst="roundRect">
            <a:avLst>
              <a:gd name="adj" fmla="val 4000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897880" y="1554480"/>
            <a:ext cx="2468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tx2"/>
                </a:solidFill>
              </a:rPr>
              <a:t>Key takeaway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Brand is the promise. The marketing plan is how you deliver and measure it.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rport Brand">
  <a:themeElements>
    <a:clrScheme name="Airport Brand">
      <a:dk1>
        <a:srgbClr val="1B1B1B"/>
      </a:dk1>
      <a:lt1>
        <a:srgbClr val="FFFFFF"/>
      </a:lt1>
      <a:dk2>
        <a:srgbClr val="0B2545"/>
      </a:dk2>
      <a:lt2>
        <a:srgbClr val="EEF3F8"/>
      </a:lt2>
      <a:accent1>
        <a:srgbClr val="F28C28"/>
      </a:accent1>
      <a:accent2>
        <a:srgbClr val="2A9D8F"/>
      </a:accent2>
      <a:accent3>
        <a:srgbClr val="13315C"/>
      </a:accent3>
      <a:accent4>
        <a:srgbClr val="8DA9C4"/>
      </a:accent4>
      <a:accent5>
        <a:srgbClr val="D1495B"/>
      </a:accent5>
      <a:accent6>
        <a:srgbClr val="5C6B7A"/>
      </a:accent6>
      <a:hlink>
        <a:srgbClr val="13315C"/>
      </a:hlink>
      <a:folHlink>
        <a:srgbClr val="5C6B7A"/>
      </a:folHlink>
    </a:clrScheme>
    <a:fontScheme name="Airport Bran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Branding and Marketing Activity</dc:title>
  <dc:subject>PptxGenJS Presentation</dc:subject>
  <dc:creator>PptxGenJS</dc:creator>
  <cp:lastModifiedBy>PptxGenJS</cp:lastModifiedBy>
  <cp:revision>1</cp:revision>
  <dcterms:created xsi:type="dcterms:W3CDTF">2026-10-30T04:10:56Z</dcterms:created>
  <dcterms:modified xsi:type="dcterms:W3CDTF">2026-10-30T04:10:56Z</dcterms:modified>
</cp:coreProperties>
</file>